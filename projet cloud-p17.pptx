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9" r:id="rId5"/>
    <p:sldId id="270" r:id="rId6"/>
    <p:sldId id="274" r:id="rId7"/>
    <p:sldId id="271" r:id="rId8"/>
    <p:sldId id="273" r:id="rId9"/>
    <p:sldId id="275" r:id="rId10"/>
    <p:sldId id="276" r:id="rId11"/>
    <p:sldId id="272" r:id="rId12"/>
    <p:sldId id="260" r:id="rId13"/>
    <p:sldId id="262" r:id="rId14"/>
  </p:sldIdLst>
  <p:sldSz cx="9144000" cy="6858000" type="screen4x3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/>
    <p:restoredTop sz="94750"/>
  </p:normalViewPr>
  <p:slideViewPr>
    <p:cSldViewPr>
      <p:cViewPr varScale="1">
        <p:scale>
          <a:sx n="132" d="100"/>
          <a:sy n="132" d="100"/>
        </p:scale>
        <p:origin x="1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F6B3-4CC7-C140-9BA6-9E469164E70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3A992-E6D2-9B40-A963-95FAA43EFB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48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5ADC4F-978F-5A32-E795-B8E12BC1F4B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109087" y="6642100"/>
            <a:ext cx="2954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MG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- Not for Public Consumption or Distribution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Projet Cloud S5</a:t>
            </a:r>
            <a:br>
              <a:rPr lang="fr-FR" dirty="0"/>
            </a:br>
            <a:r>
              <a:rPr lang="fr-FR" dirty="0"/>
              <a:t>Travail en groupe de 4.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Promotion 17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F9946-C812-C34D-8CCB-1DEDB6CA96CB}"/>
              </a:ext>
            </a:extLst>
          </p:cNvPr>
          <p:cNvSpPr txBox="1"/>
          <p:nvPr/>
        </p:nvSpPr>
        <p:spPr>
          <a:xfrm>
            <a:off x="1475656" y="5085184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G" dirty="0">
                <a:highlight>
                  <a:srgbClr val="FFFF00"/>
                </a:highlight>
              </a:rPr>
              <a:t>v0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Mettre en place un projet de fournisseur d’identité sur un des plateformes suivantes (docker) :</a:t>
            </a:r>
          </a:p>
          <a:p>
            <a:pPr lvl="1"/>
            <a:r>
              <a:rPr lang="fr-FR" dirty="0" err="1"/>
              <a:t>Php</a:t>
            </a:r>
            <a:r>
              <a:rPr lang="fr-FR" dirty="0"/>
              <a:t> </a:t>
            </a:r>
            <a:r>
              <a:rPr lang="fr-FR" dirty="0" err="1"/>
              <a:t>mvc</a:t>
            </a:r>
            <a:r>
              <a:rPr lang="fr-FR" dirty="0"/>
              <a:t> (pas de </a:t>
            </a:r>
            <a:r>
              <a:rPr lang="fr-FR" dirty="0" err="1"/>
              <a:t>flightPhp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Java</a:t>
            </a:r>
          </a:p>
          <a:p>
            <a:pPr lvl="1"/>
            <a:r>
              <a:rPr lang="fr-FR" dirty="0"/>
              <a:t>.Net</a:t>
            </a:r>
          </a:p>
          <a:p>
            <a:pPr lvl="1"/>
            <a:r>
              <a:rPr lang="fr-FR" dirty="0"/>
              <a:t>Node </a:t>
            </a:r>
            <a:r>
              <a:rPr lang="fr-FR" dirty="0" err="1"/>
              <a:t>Js</a:t>
            </a:r>
            <a:endParaRPr lang="fr-FR" dirty="0"/>
          </a:p>
          <a:p>
            <a:r>
              <a:rPr lang="fr-FR" dirty="0"/>
              <a:t>API seulement (pas d’interface)</a:t>
            </a:r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2C7D9-A69C-B049-8FCD-8C1945F0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Authentification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94A598-5E4A-B542-8C58-7C4C11214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utilise </a:t>
            </a:r>
            <a:r>
              <a:rPr lang="fr-FR" dirty="0" err="1"/>
              <a:t>Firebase</a:t>
            </a:r>
            <a:r>
              <a:rPr lang="fr-FR" dirty="0"/>
              <a:t> s’il y a une connexion Internet ou une Base local dans docker (si pas de connexion)</a:t>
            </a:r>
          </a:p>
          <a:p>
            <a:r>
              <a:rPr lang="fr-FR" dirty="0"/>
              <a:t>Ci-dessous les fonctionnalités minimales</a:t>
            </a:r>
          </a:p>
          <a:p>
            <a:pPr lvl="1"/>
            <a:r>
              <a:rPr lang="fr-FR" dirty="0"/>
              <a:t>Authentification </a:t>
            </a:r>
          </a:p>
          <a:p>
            <a:pPr lvl="1"/>
            <a:r>
              <a:rPr lang="fr-FR" dirty="0"/>
              <a:t>Inscription</a:t>
            </a:r>
          </a:p>
          <a:p>
            <a:pPr lvl="1"/>
            <a:r>
              <a:rPr lang="fr-FR" dirty="0"/>
              <a:t>Modification infos </a:t>
            </a:r>
            <a:r>
              <a:rPr lang="fr-FR" dirty="0" err="1"/>
              <a:t>users</a:t>
            </a:r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87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7DB36-8058-C280-3968-281E299D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B8C45-0EB5-DE4C-4FC3-1AAA83FD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Authentification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7B5F4E-4F4D-F7A1-AFFF-FA7909BDF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Ci-dessous les fonctionnalités minimales</a:t>
            </a:r>
          </a:p>
          <a:p>
            <a:pPr lvl="1"/>
            <a:r>
              <a:rPr lang="fr-FR" dirty="0"/>
              <a:t>Durée de vie des sessions</a:t>
            </a:r>
          </a:p>
          <a:p>
            <a:pPr lvl="1"/>
            <a:r>
              <a:rPr lang="fr-FR" dirty="0"/>
              <a:t>Limite des nombres ( paramétrable, par défaut 3 ) de tentatives de connexion pour un compte</a:t>
            </a:r>
          </a:p>
          <a:p>
            <a:pPr lvl="2"/>
            <a:r>
              <a:rPr lang="fr-FR" dirty="0"/>
              <a:t>Un API REST peut réinitialiser le blocage pour un utilisateur donné </a:t>
            </a:r>
          </a:p>
          <a:p>
            <a:pPr lvl="1"/>
            <a:r>
              <a:rPr lang="fr-FR" dirty="0"/>
              <a:t>Documentation API via </a:t>
            </a:r>
            <a:r>
              <a:rPr lang="fr-FR" dirty="0" err="1"/>
              <a:t>Swagger</a:t>
            </a:r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614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029F-E37F-F5C5-6ED1-2E273A48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0C5A6C-F457-71E3-1AFD-86829081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Cartes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E815A8-8CF7-C460-6A5A-225FFA9A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Installer un serveur de carte Offline sur Docker</a:t>
            </a:r>
          </a:p>
          <a:p>
            <a:r>
              <a:rPr lang="fr-FR" dirty="0"/>
              <a:t>Télécharger la ville d’Antananarivo avec les rues</a:t>
            </a:r>
          </a:p>
          <a:p>
            <a:r>
              <a:rPr lang="fr-FR" dirty="0"/>
              <a:t>Utiliser </a:t>
            </a:r>
            <a:r>
              <a:rPr lang="fr-FR" dirty="0" err="1"/>
              <a:t>leaflet</a:t>
            </a:r>
            <a:r>
              <a:rPr lang="fr-FR" dirty="0"/>
              <a:t> pour afficher/manipuler la carte dans l’application web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08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7ECF-CA7B-A5B5-AA07-5154FB56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1D81F-21D8-E6F7-D6B9-B68F9AC4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74BA05-D324-1CCC-E607-9FC927843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C’est une application qui permet de signaler et de suivre les travaux routiers sur la ville d’Antananarivo</a:t>
            </a:r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280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90F71-E8C4-B35E-A5E5-52E8CD6B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88D4B5-3443-BC56-0891-6BC3D662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7DF29E-AE17-DE1D-DF1B-FA45AD074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Utiliser l’API </a:t>
            </a:r>
            <a:r>
              <a:rPr lang="fr-FR" dirty="0" err="1"/>
              <a:t>Rest</a:t>
            </a:r>
            <a:r>
              <a:rPr lang="fr-FR" dirty="0"/>
              <a:t> Authentification pour se </a:t>
            </a:r>
            <a:r>
              <a:rPr lang="fr-FR" dirty="0" err="1"/>
              <a:t>logguer</a:t>
            </a:r>
            <a:r>
              <a:rPr lang="fr-FR" dirty="0"/>
              <a:t> et créer un compte</a:t>
            </a:r>
          </a:p>
          <a:p>
            <a:r>
              <a:rPr lang="fr-FR" dirty="0"/>
              <a:t>3 profils</a:t>
            </a:r>
          </a:p>
          <a:p>
            <a:pPr lvl="1"/>
            <a:r>
              <a:rPr lang="fr-FR" dirty="0"/>
              <a:t>Visiteur (sans compte)</a:t>
            </a:r>
          </a:p>
          <a:p>
            <a:pPr lvl="1"/>
            <a:r>
              <a:rPr lang="fr-FR" dirty="0"/>
              <a:t>Utilisateur ( création de compte )</a:t>
            </a:r>
          </a:p>
          <a:p>
            <a:pPr lvl="1"/>
            <a:r>
              <a:rPr lang="fr-FR" dirty="0"/>
              <a:t>Manager (compte à créer par défaut )</a:t>
            </a:r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1511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96CE-BCD4-4B6F-F7E6-560F290C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0CDE10-63A9-28AE-0CC7-87585325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D12E94-5309-0F8A-1514-0D1357BC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Visiteurs</a:t>
            </a:r>
          </a:p>
          <a:p>
            <a:pPr lvl="1"/>
            <a:r>
              <a:rPr lang="fr-FR" dirty="0"/>
              <a:t>Voir la carte avec les différents points représentants les problèmes routiers</a:t>
            </a:r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79C13B-BACD-ED46-0C96-A6C84294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197838"/>
            <a:ext cx="4392488" cy="292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0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2A16-2F9C-9F3D-FDFC-1CEEC9B9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55450-F719-DDBC-38E8-943A5995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0602EA-386A-0CC9-5D9B-52AB801D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Visiteurs</a:t>
            </a:r>
          </a:p>
          <a:p>
            <a:pPr lvl="1"/>
            <a:r>
              <a:rPr lang="fr-FR" dirty="0"/>
              <a:t>Lorsqu’on survole un point, on doit voir les infos sur le problème ( date, </a:t>
            </a:r>
            <a:r>
              <a:rPr lang="fr-FR" dirty="0" err="1"/>
              <a:t>status</a:t>
            </a:r>
            <a:r>
              <a:rPr lang="fr-FR" dirty="0"/>
              <a:t> (nouveau, en cours, terminé), surface en m2, budget, entreprise concerné)</a:t>
            </a:r>
          </a:p>
          <a:p>
            <a:pPr lvl="1"/>
            <a:r>
              <a:rPr lang="fr-FR" dirty="0"/>
              <a:t>Voir le tableau de récapitulation actuel ( Nb de point, total surface, avancement en %, total budget)</a:t>
            </a:r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9957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2086B-5158-7D21-8093-D3B0236E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A6132-08DA-A900-D4F9-3A2E7EB3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756011-8ABB-34BC-62C0-D386450F7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Manager</a:t>
            </a:r>
          </a:p>
          <a:p>
            <a:pPr lvl="1"/>
            <a:r>
              <a:rPr lang="fr-FR" dirty="0"/>
              <a:t>Bouton synchronisation</a:t>
            </a:r>
          </a:p>
          <a:p>
            <a:pPr lvl="2"/>
            <a:r>
              <a:rPr lang="fr-FR" dirty="0"/>
              <a:t>Récupérer les signalements en ligne (</a:t>
            </a:r>
            <a:r>
              <a:rPr lang="fr-FR" dirty="0" err="1"/>
              <a:t>firebase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Envoi les données nécessaires en ligne (</a:t>
            </a:r>
            <a:r>
              <a:rPr lang="fr-FR" dirty="0" err="1"/>
              <a:t>firebase</a:t>
            </a:r>
            <a:r>
              <a:rPr lang="fr-FR" dirty="0"/>
              <a:t>) pour un affichage sur mobile</a:t>
            </a:r>
          </a:p>
          <a:p>
            <a:pPr lvl="1"/>
            <a:r>
              <a:rPr lang="fr-FR" dirty="0"/>
              <a:t>gestion des infos nécessaires sur chaque signalement (surface en m2, budget, entreprise concerné, …)</a:t>
            </a:r>
          </a:p>
          <a:p>
            <a:pPr lvl="1"/>
            <a:r>
              <a:rPr lang="fr-FR" dirty="0"/>
              <a:t>Modifier les statuts de chaque signalement</a:t>
            </a:r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631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D0F1-C42F-3900-34A3-F1783A16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0DD68-AA08-B18A-1C5D-3377B3D1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Mobile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588CB4-ED77-267D-62E9-E68BA2EA2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Utilisateurs </a:t>
            </a:r>
          </a:p>
          <a:p>
            <a:pPr lvl="1"/>
            <a:r>
              <a:rPr lang="fr-FR" dirty="0"/>
              <a:t>Se loguer sur </a:t>
            </a:r>
            <a:r>
              <a:rPr lang="fr-FR" dirty="0" err="1"/>
              <a:t>firebase</a:t>
            </a:r>
            <a:r>
              <a:rPr lang="fr-FR" dirty="0"/>
              <a:t> en ligne</a:t>
            </a:r>
          </a:p>
          <a:p>
            <a:pPr lvl="1"/>
            <a:r>
              <a:rPr lang="fr-FR" dirty="0"/>
              <a:t>Signaler les problèmes routiers à partir du </a:t>
            </a:r>
            <a:r>
              <a:rPr lang="fr-FR" dirty="0" err="1"/>
              <a:t>map</a:t>
            </a:r>
            <a:r>
              <a:rPr lang="fr-FR" dirty="0"/>
              <a:t> (utiliser </a:t>
            </a:r>
            <a:r>
              <a:rPr lang="fr-FR" dirty="0" err="1"/>
              <a:t>leaflet</a:t>
            </a:r>
            <a:r>
              <a:rPr lang="fr-FR" dirty="0"/>
              <a:t> et </a:t>
            </a:r>
            <a:r>
              <a:rPr lang="fr-FR" dirty="0" err="1"/>
              <a:t>openstreetmap</a:t>
            </a:r>
            <a:r>
              <a:rPr lang="fr-FR" dirty="0"/>
              <a:t> en ligne)</a:t>
            </a:r>
          </a:p>
          <a:p>
            <a:pPr lvl="2"/>
            <a:r>
              <a:rPr lang="fr-FR" dirty="0"/>
              <a:t>Localisation </a:t>
            </a:r>
          </a:p>
          <a:p>
            <a:pPr lvl="1"/>
            <a:r>
              <a:rPr lang="fr-FR" dirty="0"/>
              <a:t>Afficher la carte et </a:t>
            </a:r>
            <a:r>
              <a:rPr lang="fr-FR" dirty="0" err="1"/>
              <a:t>recap</a:t>
            </a:r>
            <a:r>
              <a:rPr lang="fr-FR" dirty="0"/>
              <a:t> (</a:t>
            </a:r>
            <a:r>
              <a:rPr lang="fr-FR" dirty="0" err="1"/>
              <a:t>cf</a:t>
            </a:r>
            <a:r>
              <a:rPr lang="fr-FR" dirty="0"/>
              <a:t> fonctionnalités visiteurs)</a:t>
            </a:r>
          </a:p>
          <a:p>
            <a:pPr lvl="1"/>
            <a:r>
              <a:rPr lang="fr-FR" dirty="0"/>
              <a:t>Mettre un filtre : afficher mes signalements uniquement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933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Fonctionnalités</a:t>
            </a:r>
          </a:p>
          <a:p>
            <a:r>
              <a:rPr lang="fr-FR" dirty="0"/>
              <a:t>Code</a:t>
            </a:r>
          </a:p>
          <a:p>
            <a:pPr lvl="1"/>
            <a:r>
              <a:rPr lang="fr-FR" dirty="0"/>
              <a:t>Dans </a:t>
            </a:r>
            <a:r>
              <a:rPr lang="fr-FR" dirty="0" err="1"/>
              <a:t>github</a:t>
            </a:r>
            <a:r>
              <a:rPr lang="fr-FR" dirty="0"/>
              <a:t> ou </a:t>
            </a:r>
            <a:r>
              <a:rPr lang="fr-FR" dirty="0" err="1"/>
              <a:t>gitlab</a:t>
            </a:r>
            <a:r>
              <a:rPr lang="fr-FR" dirty="0"/>
              <a:t> public</a:t>
            </a:r>
          </a:p>
          <a:p>
            <a:r>
              <a:rPr lang="fr-FR" dirty="0"/>
              <a:t>Design</a:t>
            </a:r>
          </a:p>
          <a:p>
            <a:r>
              <a:rPr lang="fr-FR" dirty="0"/>
              <a:t>Suivi des taches</a:t>
            </a:r>
          </a:p>
          <a:p>
            <a:r>
              <a:rPr lang="fr-FR" dirty="0"/>
              <a:t>APK pour mobile</a:t>
            </a:r>
          </a:p>
          <a:p>
            <a:r>
              <a:rPr lang="fr-FR" dirty="0"/>
              <a:t>Documentation technique</a:t>
            </a:r>
          </a:p>
          <a:p>
            <a:r>
              <a:rPr lang="fr-FR" dirty="0"/>
              <a:t>Aléa possible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Contenu Documentation Technique 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</a:t>
            </a:r>
          </a:p>
          <a:p>
            <a:pPr lvl="1"/>
            <a:r>
              <a:rPr lang="fr-FR" dirty="0"/>
              <a:t>Mettre le MCD</a:t>
            </a:r>
          </a:p>
          <a:p>
            <a:pPr lvl="1"/>
            <a:r>
              <a:rPr lang="fr-FR" dirty="0"/>
              <a:t>Présenter les scénarios d’utilisations avec copie d’écrans</a:t>
            </a:r>
          </a:p>
          <a:p>
            <a:r>
              <a:rPr lang="fr-FR" dirty="0"/>
              <a:t>Liste des membres</a:t>
            </a:r>
          </a:p>
          <a:p>
            <a:pPr lvl="1"/>
            <a:r>
              <a:rPr lang="fr-FR" dirty="0"/>
              <a:t>Nom et prénoms et </a:t>
            </a:r>
            <a:r>
              <a:rPr lang="fr-FR" dirty="0" err="1"/>
              <a:t>NumETU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774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414</Words>
  <Application>Microsoft Macintosh PowerPoint</Application>
  <PresentationFormat>Affichage à l'écran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Thème Office</vt:lpstr>
      <vt:lpstr>Projet Cloud S5 Travail en groupe de 4. </vt:lpstr>
      <vt:lpstr>Objectifs</vt:lpstr>
      <vt:lpstr>Module Authentification</vt:lpstr>
      <vt:lpstr>Module Authentification</vt:lpstr>
      <vt:lpstr>Module Cartes</vt:lpstr>
      <vt:lpstr>Module Web</vt:lpstr>
      <vt:lpstr>Module Web</vt:lpstr>
      <vt:lpstr>Module Web</vt:lpstr>
      <vt:lpstr>Module Web</vt:lpstr>
      <vt:lpstr>Module Web</vt:lpstr>
      <vt:lpstr>Module Mobile</vt:lpstr>
      <vt:lpstr>Notes</vt:lpstr>
      <vt:lpstr>Contenu Documentation Technique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Cloud S5</dc:title>
  <dc:creator>rojo</dc:creator>
  <cp:lastModifiedBy>Rojo Raben</cp:lastModifiedBy>
  <cp:revision>105</cp:revision>
  <cp:lastPrinted>2023-01-10T08:47:52Z</cp:lastPrinted>
  <dcterms:created xsi:type="dcterms:W3CDTF">2014-01-28T06:33:23Z</dcterms:created>
  <dcterms:modified xsi:type="dcterms:W3CDTF">2026-01-13T05:13:29Z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2024-12-17T06:06:24Z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cac5f9fe-6d26-4f36-a306-957b63f03b1f</vt:lpwstr>
  </property>
  <property fmtid="{D5CDD505-2E9C-101B-9397-08002B2CF9AE}" pid="8" name="MSIP_Label_8e19d756-792e-42a1-bcad-4cb9051ddd2d_ContentBits">
    <vt:lpwstr>2</vt:lpwstr>
  </property>
  <property fmtid="{D5CDD505-2E9C-101B-9397-08002B2CF9AE}" pid="9" name="ClassificationContentMarkingFooterLocations">
    <vt:lpwstr>Thème Office:8</vt:lpwstr>
  </property>
  <property fmtid="{D5CDD505-2E9C-101B-9397-08002B2CF9AE}" pid="10" name="ClassificationContentMarkingFooterText">
    <vt:lpwstr>Confidential - Not for Public Consumption or Distribution</vt:lpwstr>
  </property>
</Properties>
</file>